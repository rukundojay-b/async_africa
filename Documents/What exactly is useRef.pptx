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955" y="254000"/>
            <a:ext cx="11231245" cy="1564005"/>
          </a:xfrm>
        </p:spPr>
        <p:txBody>
          <a:bodyPr/>
          <a:p>
            <a:r>
              <a:rPr lang="en-US" altLang="en-US">
                <a:solidFill>
                  <a:schemeClr val="accent1"/>
                </a:solidFill>
              </a:rPr>
              <a:t>What exactly is useRef?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020" y="1600835"/>
            <a:ext cx="11577955" cy="4727575"/>
          </a:xfrm>
        </p:spPr>
        <p:txBody>
          <a:bodyPr/>
          <a:p>
            <a:r>
              <a:rPr lang="en-US" altLang="en-US" sz="2000" b="1">
                <a:solidFill>
                  <a:schemeClr val="accent6">
                    <a:lumMod val="50000"/>
                  </a:schemeClr>
                </a:solidFill>
              </a:rPr>
              <a:t>useRef:</a:t>
            </a:r>
            <a:r>
              <a:rPr lang="en-US" altLang="en-US" sz="2000"/>
              <a:t> is a built-in React Hook that creates a persistent, mutable object that lives for the entire lifecycle of your component.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&gt;It returns a single object with a property called .current.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&gt;When you change the value of .current, React does not trigger a re-render.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It is essentially a "box" where you can store any value (a number, a string, or a reference to a physical HTML element) that survives even when the component "blinks" (re-renders) due to State changes</a:t>
            </a:r>
            <a:r>
              <a:rPr lang="en-US" altLang="en-US"/>
              <a:t>.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{The }</a:t>
            </a:r>
            <a:endParaRPr lang="en-US"/>
          </a:p>
        </p:txBody>
      </p:sp>
      <p:pic>
        <p:nvPicPr>
          <p:cNvPr id="7" name="Content Placeholder 6" descr="unname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69820" y="1856105"/>
            <a:ext cx="7451090" cy="4270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accent1"/>
                </a:solidFill>
              </a:rPr>
              <a:t>&lt;&gt;Implementation_example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// 1. Initialize the Ref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const myRef = useRef(0); 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// 2. Access or Update the "Box"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console.log(myRef.current); // Reads the value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myRef.current = 10;         // Updates the value (Silent!)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&gt;&lt;The Two Essential Use Cases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72050"/>
          </a:xfrm>
        </p:spPr>
        <p:txBody>
          <a:bodyPr/>
          <a:p>
            <a:r>
              <a:rPr lang="en-US" altLang="en-US" sz="2800">
                <a:solidFill>
                  <a:schemeClr val="accent1"/>
                </a:solidFill>
              </a:rPr>
              <a:t>A.Why do we need it?</a:t>
            </a:r>
            <a:endParaRPr lang="en-US" altLang="en-US" sz="2800">
              <a:solidFill>
                <a:schemeClr val="accent1"/>
              </a:solidFill>
            </a:endParaRPr>
          </a:p>
          <a:p>
            <a:r>
              <a:rPr lang="en-US" altLang="en-US" sz="2800">
                <a:solidFill>
                  <a:schemeClr val="accent1"/>
                </a:solidFill>
              </a:rPr>
              <a:t>1</a:t>
            </a:r>
            <a:r>
              <a:rPr lang="en-US" altLang="en-US" sz="2800">
                <a:solidFill>
                  <a:schemeClr val="tx1"/>
                </a:solidFill>
              </a:rPr>
              <a:t>. Accessing the DOM (The "Direct Connection")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React usually manages the UI for you. However, some tasks require you to "touch" the HTML directly.</a:t>
            </a:r>
            <a:endParaRPr lang="en-US" altLang="en-US" sz="2800">
              <a:solidFill>
                <a:schemeClr val="tx1"/>
              </a:solidFill>
            </a:endParaRPr>
          </a:p>
          <a:p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The Manual Play: Playing a video, focusing a cursor in a search bar, or measuring the width of a div.</a:t>
            </a:r>
            <a:endParaRPr lang="en-US" altLang="en-US" sz="2800">
              <a:solidFill>
                <a:schemeClr val="tx1"/>
              </a:solidFill>
            </a:endParaRPr>
          </a:p>
          <a:p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The Reality: You cannot do these things with State. You need a "pointer" to that specific HTML tag.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accent1"/>
                </a:solidFill>
                <a:sym typeface="+mn-ea"/>
              </a:rPr>
              <a:t>&lt;&gt;Implementation_example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const inputRef = useRef(null);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const handleFocus = () =&gt; {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  // Talking directly to the HTML input element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  inputRef.current.focus(); 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};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return &lt;input ref={inputRef} /&gt;;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accent1"/>
                </a:solidFill>
              </a:rPr>
              <a:t>2.</a:t>
            </a:r>
            <a:r>
              <a:rPr lang="en-US" altLang="en-US">
                <a:solidFill>
                  <a:schemeClr val="accent1"/>
                </a:solidFill>
              </a:rPr>
              <a:t>Storing Instance Variables (The "Silent Memory")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49495"/>
          </a:xfrm>
        </p:spPr>
        <p:txBody>
          <a:bodyPr/>
          <a:p>
            <a:r>
              <a:rPr lang="en-US" altLang="en-US" sz="2800"/>
              <a:t>Storing Instance Variables (The "Silent Memory")</a:t>
            </a:r>
            <a:endParaRPr lang="en-US" altLang="en-US" sz="2800"/>
          </a:p>
          <a:p>
            <a:r>
              <a:rPr lang="en-US" altLang="en-US" sz="2800"/>
              <a:t>Sometimes you need to remember a value (like a Timer ID or a previous calculation) across re-renders.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If you use a regular variable (let x = 0), it resets to zero every time the component renders.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If you use useRef, the value stays exactly where you left it, but it doesn't slow down the app by forcing a refresh every time it updates.</a:t>
            </a:r>
            <a:endParaRPr lang="en-US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accent1"/>
                </a:solidFill>
              </a:rPr>
              <a:t>3.</a:t>
            </a:r>
            <a:r>
              <a:rPr lang="en-US" altLang="en-US">
                <a:solidFill>
                  <a:schemeClr val="accent1"/>
                </a:solidFill>
              </a:rPr>
              <a:t>Technical Comparison (State vs. Ref)</a:t>
            </a:r>
            <a:endParaRPr lang="en-US" altLang="en-US">
              <a:solidFill>
                <a:schemeClr val="accent1"/>
              </a:solidFill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609600" y="1600200"/>
          <a:ext cx="10972800" cy="4924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984885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3200" b="0" i="1">
                          <a:solidFill>
                            <a:srgbClr val="FF0000"/>
                          </a:solidFill>
                          <a:latin typeface="Google Sans Text"/>
                          <a:ea typeface="Google Sans Text"/>
                        </a:rPr>
                        <a:t>Concept</a:t>
                      </a:r>
                      <a:endParaRPr sz="3200" b="0" i="1">
                        <a:solidFill>
                          <a:srgbClr val="FF0000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3600">
                          <a:solidFill>
                            <a:schemeClr val="accent3">
                              <a:lumMod val="10000"/>
                            </a:schemeClr>
                          </a:solidFill>
                        </a:rPr>
                        <a:t>useState</a:t>
                      </a:r>
                      <a:endParaRPr lang="en-US" altLang="en-US" sz="3600">
                        <a:solidFill>
                          <a:schemeClr val="accent3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3200">
                          <a:solidFill>
                            <a:schemeClr val="accent3">
                              <a:lumMod val="10000"/>
                            </a:schemeClr>
                          </a:solidFill>
                        </a:rPr>
                        <a:t>useRef</a:t>
                      </a:r>
                      <a:endParaRPr lang="en-US" altLang="en-US" sz="3200">
                        <a:solidFill>
                          <a:schemeClr val="accent3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9848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Primary Goal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Synchronizing Data with the UI.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Synchronizing Data with the Logic.</a:t>
                      </a:r>
                      <a:endParaRPr lang="en-US" altLang="en-US"/>
                    </a:p>
                  </a:txBody>
                  <a:tcPr/>
                </a:tc>
              </a:tr>
              <a:tr h="9848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The Trigger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Updates the Virtual DOM and re-paints the screen.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Updates the object in memory and remains silent.</a:t>
                      </a:r>
                      <a:endParaRPr lang="en-US" altLang="en-US"/>
                    </a:p>
                  </a:txBody>
                  <a:tcPr/>
                </a:tc>
              </a:tr>
              <a:tr h="9848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Performance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Expensive (Heavy work for the CPU).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Extremely Cheap (Fast memory update).</a:t>
                      </a:r>
                      <a:endParaRPr lang="en-US" altLang="en-US"/>
                    </a:p>
                  </a:txBody>
                  <a:tcPr/>
                </a:tc>
              </a:tr>
              <a:tr h="9848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Data Access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Read-only within the current render.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Read/Write at any time via .current.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4: Real-World Example — The "Input Focus"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17440"/>
          </a:xfrm>
        </p:spPr>
        <p:txBody>
          <a:bodyPr/>
          <a:p>
            <a:r>
              <a:rPr lang="en-US" altLang="en-US" sz="2000"/>
              <a:t>Imagine a "Login" modal pops up. To be professional, the "Username" box should be active immediately so the user can start typing.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The Problem: You cannot use useState to focus an input.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The useRef Solution: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You attach a Ref to the &lt;input /&gt;.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When the component loads, you call inputRef.current.focus().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The Result: You have bypassed the React rendering cycle to perform a "Native" browser action directly on the hardware.</a:t>
            </a:r>
            <a:endParaRPr lang="en-US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accent1"/>
                </a:solidFill>
                <a:sym typeface="+mn-ea"/>
              </a:rPr>
              <a:t>&lt;&gt;Implementation_example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useEffect(() =&gt; {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  // This runs once when the component appears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  inputRef.current.focus();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}, []);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Professional Scenario: Background Logic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16355"/>
            <a:ext cx="10972800" cy="5541010"/>
          </a:xfrm>
        </p:spPr>
        <p:txBody>
          <a:bodyPr/>
          <a:p>
            <a:r>
              <a:rPr lang="en-US" altLang="en-US" sz="2000"/>
              <a:t>Think of a professional sports timer. It updates every 10 milliseconds.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The Problem: If you store the "Interval ID" in State, you will cause 100 re-renders per second, which will crash the browser or make the UI laggy.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The useRef Solution: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Store the Interval ID inside timerRef.current.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Use useState only for the seconds displayed to the user.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The Result: The "Engine" (the Ref) runs at full speed in the background, while the "Display" (the State) only updates when absolutely necessary.</a:t>
            </a:r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accent1"/>
                </a:solidFill>
                <a:sym typeface="+mn-ea"/>
              </a:rPr>
              <a:t>&lt;&gt;Implementation_example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50765"/>
          </a:xfrm>
        </p:spPr>
        <p:txBody>
          <a:bodyPr/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const timerRef = useRef(null); // The Engine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const [time, setTime] = useState(0); // The Display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const start = () =&gt; {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  timerRef.current = setInterval(() =&gt; {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    setTime(t =&gt; t + 1);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  }, 1000);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3">
                    <a:lumMod val="10000"/>
                  </a:schemeClr>
                </a:solidFill>
              </a:rPr>
              <a:t>};</a:t>
            </a:r>
            <a:endParaRPr lang="en-US" altLang="en-US">
              <a:solidFill>
                <a:schemeClr val="accent3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//Understanding the Lifecycle (Persistence)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09040"/>
            <a:ext cx="10972800" cy="5648325"/>
          </a:xfrm>
        </p:spPr>
        <p:txBody>
          <a:bodyPr/>
          <a:p>
            <a:r>
              <a:rPr lang="en-US" altLang="en-US" sz="2000"/>
              <a:t>When a React component re-renders, the function starts from the top.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Local Variables: (let x = 5) are deleted and re-created. They have "Short-term Memory."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Refs: Are stored by React outside of that specific "render" cycle. They have "Long-term Memory."</a:t>
            </a:r>
            <a:endParaRPr lang="en-US" altLang="en-US" sz="2000"/>
          </a:p>
          <a:p>
            <a:r>
              <a:rPr lang="en-US" altLang="en-US" sz="2000"/>
              <a:t>Conclusion: Use a Ref whenever you have a value that needs to survive a "Blink" but doesn't need to be seen by the user on the screen.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Teacher’s Strategy: The "Golden Rule"</a:t>
            </a:r>
            <a:endParaRPr lang="en-US" altLang="en-US" sz="2000"/>
          </a:p>
          <a:p>
            <a:r>
              <a:rPr lang="en-US" altLang="en-US" sz="2000"/>
              <a:t>"If this value changes, does the user need to see a change on the screen right now?"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Yes? -&gt; Use useState.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No? -&gt; Use useRef.</a:t>
            </a:r>
            <a:endParaRPr lang="en-US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64*387"/>
  <p:tag name="TABLE_ENDDRAG_RECT" val="48*126*864*387"/>
</p:tagLst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4034</Words>
  <Application>WPS Presentation</Application>
  <PresentationFormat>Widescreen</PresentationFormat>
  <Paragraphs>147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Google Sans Text</vt:lpstr>
      <vt:lpstr>Segoe Print</vt:lpstr>
      <vt:lpstr>Art_mountaineering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Rama</dc:creator>
  <cp:lastModifiedBy>Rama</cp:lastModifiedBy>
  <cp:revision>3</cp:revision>
  <dcterms:created xsi:type="dcterms:W3CDTF">2025-07-23T00:59:00Z</dcterms:created>
  <dcterms:modified xsi:type="dcterms:W3CDTF">2026-03-29T09:28:06Z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6EEACE65AB5C409BBD3583310332C327_11</vt:lpwstr>
  </property>
  <property fmtid="{D5CDD505-2E9C-101B-9397-08002B2CF9AE}" pid="3" name="KSOProductBuildVer">
    <vt:lpwstr>1033-12.2.0.23196</vt:lpwstr>
  </property>
</Properties>
</file>
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955" y="635"/>
            <a:ext cx="11231245" cy="1241425"/>
          </a:xfrm>
        </p:spPr>
        <p:txBody>
          <a:bodyPr/>
          <a:p>
            <a:br>
              <a:rPr lang="en-US"/>
            </a:br>
            <a:r>
              <a:rPr lang="en-US">
                <a:solidFill>
                  <a:schemeClr val="accent1"/>
                </a:solidFill>
              </a:rPr>
              <a:t>1.</a:t>
            </a:r>
            <a:r>
              <a:rPr lang="en-US" altLang="en-US">
                <a:solidFill>
                  <a:schemeClr val="accent1"/>
                </a:solidFill>
              </a:rPr>
              <a:t>The Magic of React Routing (The "Why")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885" y="2228215"/>
            <a:ext cx="11073765" cy="4305300"/>
          </a:xfrm>
        </p:spPr>
        <p:txBody>
          <a:bodyPr/>
          <a:p>
            <a:r>
              <a:rPr lang="en-US" altLang="en-US" sz="2800"/>
              <a:t>"Old World" (Traditional Web), every time you clicked a link, the browser sent a request to a server, waited for a whole new HTML file, and then white-screened while it reloaded. This is slow and resets all your variables (State).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In the "New World" (React/SPA), we use a Router. The Router intercepts the click. Instead of asking the server for a new page, it simply tells React: "Don't refresh! Just hide the 'Home' component and show the 'About' component." This makes the app feel like a mobile app—fast and smooth.</a:t>
            </a:r>
            <a:endParaRPr lang="en-US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Comparing page navigation method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0375" y="274955"/>
            <a:ext cx="10911840" cy="6349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The Core Components (The "Engine")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257800"/>
          </a:xfrm>
        </p:spPr>
        <p:txBody>
          <a:bodyPr/>
          <a:p>
            <a:r>
              <a:rPr lang="en-US" altLang="en-US" sz="2000">
                <a:solidFill>
                  <a:schemeClr val="accent1"/>
                </a:solidFill>
              </a:rPr>
              <a:t>BrowserRouter:</a:t>
            </a:r>
            <a:r>
              <a:rPr lang="en-US" altLang="en-US" sz="2000"/>
              <a:t> This is the "Parent." It connects your app to the browser's URL bar. Without this, React doesn't know what the URL is.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>
                <a:solidFill>
                  <a:schemeClr val="accent1"/>
                </a:solidFill>
              </a:rPr>
              <a:t>Routes: </a:t>
            </a:r>
            <a:r>
              <a:rPr lang="en-US" altLang="en-US" sz="2000"/>
              <a:t>Think of this as a Switch Statement. It looks at the current URL and scans all the children to see which one matches. It ensures only one page is shown at a time.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>
                <a:solidFill>
                  <a:schemeClr val="accent1"/>
                </a:solidFill>
              </a:rPr>
              <a:t>Route:</a:t>
            </a:r>
            <a:r>
              <a:rPr lang="en-US" altLang="en-US" sz="2000"/>
              <a:t> This is the specific "Case." It has two parts: the Path (the address) and the Element (the component).</a:t>
            </a:r>
            <a:endParaRPr lang="en-US" altLang="en-US" sz="2000"/>
          </a:p>
          <a:p>
            <a:r>
              <a:rPr lang="en-US" altLang="en-US" sz="2000">
                <a:solidFill>
                  <a:schemeClr val="accent3">
                    <a:lumMod val="10000"/>
                  </a:schemeClr>
                </a:solidFill>
              </a:rPr>
              <a:t>{use_this:npm install react-router-dom}</a:t>
            </a:r>
            <a:endParaRPr lang="en-US" altLang="en-US" sz="2000">
              <a:solidFill>
                <a:schemeClr val="accent3">
                  <a:lumMod val="10000"/>
                </a:schemeClr>
              </a:solidFill>
            </a:endParaRPr>
          </a:p>
          <a:p>
            <a:endParaRPr lang="en-US" altLang="en-US" sz="2000"/>
          </a:p>
          <a:p>
            <a:r>
              <a:rPr lang="en-US" altLang="en-US" sz="2000">
                <a:solidFill>
                  <a:schemeClr val="accent2">
                    <a:lumMod val="10000"/>
                  </a:schemeClr>
                </a:solidFill>
              </a:rPr>
              <a:t>Example: path="/contact" means "If the user types /contact," and element={&lt;Contact /&gt;} means "draw this on the screen."</a:t>
            </a:r>
            <a:endParaRPr lang="en-US" altLang="en-US" sz="2000">
              <a:solidFill>
                <a:schemeClr val="accent2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Navigation vs. Links (The "Trap")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This is the most common mistake for beginners. In HTML, we use &lt;a&gt; tags. But in React, an &lt;a&gt; tag is like a "Reset Button"—it kills the app's memory (State).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Explain that the &lt;Link&gt; component is a special React tool that changes the URL without triggering a refresh. When a student uses &lt;Link to="/profile"&gt;, the URL changes instantly, the back button still works, but the React State stays alive.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ippl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Real-World Example: The "Cinema App"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136515"/>
          </a:xfrm>
        </p:spPr>
        <p:txBody>
          <a:bodyPr/>
          <a:p>
            <a:r>
              <a:rPr lang="en-US" altLang="en-US" sz="2800"/>
              <a:t>In a Movie App, the Header (Logo/Search) should stay at the top while the movie list changes below it.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The Static Part: Elements outside the &lt;Routes&gt; (like your Navbar) never re-render. This saves performance.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The Dynamic Part: Elements inside the &lt;Routes&gt; swap based on the link.</a:t>
            </a:r>
            <a:endParaRPr lang="en-US" altLang="en-US" sz="2800"/>
          </a:p>
          <a:p>
            <a:r>
              <a:rPr lang="en-US" altLang="en-US" sz="2800"/>
              <a:t>Explain that /movies/123 is a "Single Movie Page." You don't build 100 pages for 100 movies; you build one page that changes its content based on the ID.</a:t>
            </a:r>
            <a:endParaRPr lang="en-US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Dynamic Routing (useParams)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732655"/>
          </a:xfrm>
        </p:spPr>
        <p:txBody>
          <a:bodyPr/>
          <a:p>
            <a:r>
              <a:rPr lang="en-US" altLang="en-US" sz="2800"/>
              <a:t>Instead of creating Rama.jsx, John.jsx, and Sara.jsx, we use a Colon (:) in the path.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The Path: /student/:name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The Hook: useParams() is like a vacuum—it sucks the "name" out of the URL and gives it to you as a variable.</a:t>
            </a:r>
            <a:endParaRPr lang="en-US" altLang="en-US" sz="2800"/>
          </a:p>
          <a:p>
            <a:r>
              <a:rPr lang="en-US" altLang="en-US" sz="2800"/>
              <a:t>If the URL is /student/rama, the variable name becomes "rama". This allows one single component to be reused for thousands of different data points.</a:t>
            </a:r>
            <a:endParaRPr lang="en-US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Programmatic Navigation (useNavigate)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Explain that sometimes, a user doesn't click a link to move. Sometimes the Code decides to move the user.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Example: A user clicks "Pay Now." After the payment is successful, you want to automatically send them to the "Success" page.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The Hook: useNavigate() gives you a "Function" (usually named Maps).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The Action: Calling Maps('/success') tells the browser to change the URL immediately.</a:t>
            </a:r>
            <a:endParaRPr lang="en-US" altLang="en-US" sz="2400"/>
          </a:p>
          <a:p>
            <a:r>
              <a:rPr lang="en-US" altLang="en-US" sz="2400"/>
              <a:t>This is essential for redirects after forms, login screens, or protected pages.</a:t>
            </a:r>
            <a:endParaRPr lang="en-US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2950</Words>
  <Application>WPS Presentation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Art_mountaineering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Rama</dc:creator>
  <cp:lastModifiedBy>Rama</cp:lastModifiedBy>
  <cp:revision>3</cp:revision>
  <dcterms:created xsi:type="dcterms:W3CDTF">2025-07-23T00:59:00Z</dcterms:created>
  <dcterms:modified xsi:type="dcterms:W3CDTF">2026-03-30T22:10:07Z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79413DC859324A58BB4B1E6D1F285116_11</vt:lpwstr>
  </property>
  <property fmtid="{D5CDD505-2E9C-101B-9397-08002B2CF9AE}" pid="3" name="KSOProductBuildVer">
    <vt:lpwstr>1033-12.2.0.23196</vt:lpwstr>
  </property>
</Properties>
</file>
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777875"/>
          </a:xfrm>
        </p:spPr>
        <p:txBody>
          <a:bodyPr/>
          <a:p>
            <a:r>
              <a:rPr lang="en-US" altLang="en-US">
                <a:solidFill>
                  <a:schemeClr val="accent1"/>
                </a:solidFill>
              </a:rPr>
              <a:t>What is Authentication?</a:t>
            </a:r>
            <a:endParaRPr lang="en-US" altLang="en-US">
              <a:solidFill>
                <a:schemeClr val="accent1"/>
              </a:solidFill>
            </a:endParaRPr>
          </a:p>
        </p:txBody>
      </p:sp>
      <p:pic>
        <p:nvPicPr>
          <p:cNvPr id="4" name="Content Placeholder 3" descr="AUTH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8615" y="920750"/>
            <a:ext cx="11751945" cy="5610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631190"/>
          </a:xfrm>
        </p:spPr>
        <p:txBody>
          <a:bodyPr/>
          <a:p>
            <a:r>
              <a:rPr lang="en-US" altLang="en-US">
                <a:solidFill>
                  <a:schemeClr val="accent1"/>
                </a:solidFill>
              </a:rPr>
              <a:t>Authentication vs Authorization</a:t>
            </a:r>
            <a:endParaRPr lang="en-US" altLang="en-US">
              <a:solidFill>
                <a:schemeClr val="accent1"/>
              </a:solidFill>
            </a:endParaRPr>
          </a:p>
        </p:txBody>
      </p:sp>
      <p:pic>
        <p:nvPicPr>
          <p:cNvPr id="4" name="Content Placeholder 3" descr="Authentication and authorization explained visuall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9265" y="906145"/>
            <a:ext cx="11617960" cy="60140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WPS Presentation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Art_mountaineering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Rama</dc:creator>
  <cp:lastModifiedBy>Rama</cp:lastModifiedBy>
  <cp:revision>3</cp:revision>
  <dcterms:created xsi:type="dcterms:W3CDTF">2025-07-23T00:59:00Z</dcterms:created>
  <dcterms:modified xsi:type="dcterms:W3CDTF">2026-04-03T08:13:53Z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6EEE19338B6E4DD2B1E4AC3254F4899B_11</vt:lpwstr>
  </property>
  <property fmtid="{D5CDD505-2E9C-101B-9397-08002B2CF9AE}" pid="3" name="KSOProductBuildVer">
    <vt:lpwstr>1033-12.2.0.23196</vt:lpwstr>
  </property>
</Properties>
</file>